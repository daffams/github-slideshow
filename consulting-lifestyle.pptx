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A8A"/>
                </a:solidFill>
                <a:latin typeface="Arial"/>
              </a:rPr>
              <a:t>ISSUE 01  /  CAREER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315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600" b="1">
                <a:solidFill>
                  <a:srgbClr val="FFFFFF"/>
                </a:solidFill>
                <a:latin typeface="Arial Black"/>
              </a:rPr>
              <a:t>CONSULTING</a:t>
            </a:r>
          </a:p>
          <a:p>
            <a:pPr algn="l">
              <a:lnSpc>
                <a:spcPct val="90000"/>
              </a:lnSpc>
            </a:pPr>
            <a:r>
              <a:rPr sz="6600" b="1">
                <a:solidFill>
                  <a:srgbClr val="FFFFFF"/>
                </a:solidFill>
                <a:latin typeface="Arial Black"/>
              </a:rPr>
              <a:t>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The highlight reel vs the real reel. What it actually feels like, before you apply.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06440"/>
            <a:ext cx="548640" cy="73152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A8A"/>
                </a:solidFill>
                <a:latin typeface="Arial"/>
              </a:rPr>
              <a:t>FOR THE CURIOUS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5029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0B0B"/>
                </a:solidFill>
                <a:latin typeface="Arial"/>
              </a:rPr>
              <a:t>SIDE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8229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0B0B"/>
                </a:solidFill>
                <a:latin typeface="Arial Black"/>
              </a:rPr>
              <a:t>WHAT</a:t>
            </a:r>
          </a:p>
          <a:p>
            <a:pPr algn="l">
              <a:lnSpc>
                <a:spcPct val="95000"/>
              </a:lnSpc>
            </a:pPr>
            <a:r>
              <a:rPr sz="3000" b="1">
                <a:solidFill>
                  <a:srgbClr val="0B0B0B"/>
                </a:solidFill>
                <a:latin typeface="Arial Black"/>
              </a:rPr>
              <a:t>YOU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02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B0B0B"/>
                </a:solidFill>
                <a:latin typeface="Arial"/>
              </a:rPr>
              <a:t>Hotels. Clients with famous logos. A sharp suit and a sharper title.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611880"/>
            <a:ext cx="3383280" cy="457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8404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0B0B"/>
                </a:solidFill>
                <a:latin typeface="Arial"/>
              </a:rPr>
              <a:t>SIDE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1605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0B0B0B"/>
                </a:solidFill>
                <a:latin typeface="Arial Black"/>
              </a:rPr>
              <a:t>WHAT</a:t>
            </a:r>
          </a:p>
          <a:p>
            <a:pPr algn="l">
              <a:lnSpc>
                <a:spcPct val="95000"/>
              </a:lnSpc>
            </a:pPr>
            <a:r>
              <a:rPr sz="3000" b="1">
                <a:solidFill>
                  <a:srgbClr val="0B0B0B"/>
                </a:solidFill>
                <a:latin typeface="Arial Black"/>
              </a:rPr>
              <a:t>YOU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577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B0B0B"/>
                </a:solidFill>
                <a:latin typeface="Arial"/>
              </a:rPr>
              <a:t>Deadlines. Airports. A deck at 1 AM that still needs one more fix.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0B0B"/>
                </a:solidFill>
                <a:latin typeface="Arial"/>
              </a:rPr>
              <a:t>01  THE GLAMOUR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>
                <a:solidFill>
                  <a:srgbClr val="0B0B0B"/>
                </a:solidFill>
                <a:latin typeface="Arial Black"/>
              </a:rPr>
              <a:t>FAST.</a:t>
            </a:r>
          </a:p>
          <a:p>
            <a:pPr algn="l">
              <a:lnSpc>
                <a:spcPct val="90000"/>
              </a:lnSpc>
            </a:pPr>
            <a:r>
              <a:rPr sz="5000" b="1">
                <a:solidFill>
                  <a:srgbClr val="0B0B0B"/>
                </a:solidFill>
                <a:latin typeface="Arial Black"/>
              </a:rPr>
              <a:t>SHARP.</a:t>
            </a:r>
          </a:p>
          <a:p>
            <a:pPr algn="l">
              <a:lnSpc>
                <a:spcPct val="90000"/>
              </a:lnSpc>
            </a:pPr>
            <a:r>
              <a:rPr sz="5000" b="1">
                <a:solidFill>
                  <a:srgbClr val="0B0B0B"/>
                </a:solidFill>
                <a:latin typeface="Arial Black"/>
              </a:rPr>
              <a:t>SEEN.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0B0B0B"/>
                </a:solidFill>
                <a:latin typeface="Arial"/>
              </a:rPr>
              <a:t>+  A steep learning curve. Years of skills in months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0B0B0B"/>
                </a:solidFill>
                <a:latin typeface="Arial"/>
              </a:rPr>
              <a:t>+  Smart peers who push you every day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0B0B0B"/>
                </a:solidFill>
                <a:latin typeface="Arial"/>
              </a:rPr>
              <a:t>+  Famous clients and real decisions, early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0B0B0B"/>
                </a:solidFill>
                <a:latin typeface="Arial"/>
              </a:rPr>
              <a:t>+  Travel, hotel points and good food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0B0B0B"/>
                </a:solidFill>
                <a:latin typeface="Arial"/>
              </a:rPr>
              <a:t>+  Quick promotions and a strong exit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486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ED00"/>
                </a:solidFill>
                <a:latin typeface="Arial"/>
              </a:rPr>
              <a:t>02  THE GRIND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6012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50 TO 70</a:t>
            </a:r>
          </a:p>
          <a:p>
            <a:pPr algn="l">
              <a:lnSpc>
                <a:spcPct val="90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HOUR</a:t>
            </a:r>
          </a:p>
          <a:p>
            <a:pPr algn="l">
              <a:lnSpc>
                <a:spcPct val="90000"/>
              </a:lnSpc>
            </a:pPr>
            <a:r>
              <a:rPr sz="5000" b="1">
                <a:solidFill>
                  <a:srgbClr val="FFFFFF"/>
                </a:solidFill>
                <a:latin typeface="Arial Black"/>
              </a:rPr>
              <a:t>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65760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-  Sunday night flights, Thursday night flights back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-  Up or out. Growth is expected, not offered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-  Slides edited at 1 AM, then edited again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-  Feedback that stings, every single week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-  A calendar that belongs to the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1848" y="2926080"/>
            <a:ext cx="914400" cy="9144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1848" y="292608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ED00"/>
                </a:solidFill>
                <a:latin typeface="Arial Black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0B0B"/>
                </a:solidFill>
                <a:latin typeface="Arial"/>
              </a:rPr>
              <a:t>03  IS IT FOR YOU?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881360" cy="132588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0B0B"/>
                </a:solidFill>
                <a:latin typeface="Arial Black"/>
              </a:rPr>
              <a:t>A TRADE, NOT A TROPHY.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0B0B"/>
                </a:solidFill>
                <a:latin typeface="Arial"/>
              </a:rPr>
              <a:t>You trade time and comfort for speed of growth. It fits people who love problems, structure and learning fast.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3429000" cy="17373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ED0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Can I stay calm when nothing is clear?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023360"/>
            <a:ext cx="3429000" cy="17373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ED00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463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Do I like being challenged every day?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023360"/>
            <a:ext cx="3429000" cy="17373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ED00"/>
                </a:solidFill>
                <a:latin typeface="Arial Blac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463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What do I want after two years?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0B0B"/>
                </a:solidFill>
                <a:latin typeface="Arial Black"/>
              </a:rPr>
              <a:t>Try it with eyes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